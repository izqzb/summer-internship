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371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SYSTEM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(IT3711) · Cyber Security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00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5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 · 810023205043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5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Information Technology, UCE (BIT Campus), Anna University, Tiruchirappalli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5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 Solution, Tiruchirappalli · 01/06/2026 – 30/06/2026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23774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 Solution, Melapudur, Tiruchirappalli. Industrial training and project guidance for engineering students.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23774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97280"/>
            <a:ext cx="2651760" cy="7315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Duration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69164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days: 01/06/2026 to 30/06/2026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a Project Trainer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237744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69164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open-source network IDS built and tested in an isolated virtual lab.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· Python/Scapy · Wireshark · tcpdump · Nmap · VirtualBox · Kali · Ubuntu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Firewalls Are Not Enough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and antivirus give no visibility into allowed traffic (SSH, HTTP)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Intrusions can continue for days before anyone notices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logs, slow and error-prone manual monitoring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 for reconnaissance such as port scans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looks like normal web traffic to a firewall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find when, from where and how an attack happened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60720" y="1188720"/>
            <a:ext cx="2926080" cy="292608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0" y="137160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 system that detects suspicious activity automatically and reports it clearly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IDS principles, components and classification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isolated lab: sensor, target and test machines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configure and validate Snort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custom rules: ping sweep, SYN scan, SSH brute force, SQL injection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Python detector for port scanning (time window + threshold)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 traffic, analyse alerts, tune rules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precision, recall and false positive rate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safe, ethical testing: isolated lab only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16002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mirrored traffic, no network slowdown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16002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97280"/>
            <a:ext cx="2651760" cy="7315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691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rules for known attack patterns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16002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691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Python/Scapy counts distinct ports per window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80360"/>
            <a:ext cx="2651760" cy="7315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coverage than either method alone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2880360"/>
            <a:ext cx="2651760" cy="16002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2880360"/>
            <a:ext cx="2651760" cy="7315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8328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alerts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rule ID, message, protocol, source, destination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2880360"/>
            <a:ext cx="2651760" cy="16002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2880360"/>
            <a:ext cx="2651760" cy="7315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220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 only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21945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Traffic Layer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830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and a switch that mirrors traffic (SPAN) to the sensor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51760" cy="21945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188720"/>
            <a:ext cx="2651760" cy="7315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Detection Layer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830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capture, decoding, Snort rules and Python detector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51760" cy="219456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188720"/>
            <a:ext cx="2651760" cy="7315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Analysis Layer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7830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logs, log summary script and the analyst who responds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flow from the network to the sensor, the sensor decides whether they are suspicious, and the result is stored and reported to the analyst.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Setup and Tools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(192.168.56.10)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Server, Snort, Python 3 + Scapy, promiscuous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(192.168.56.20)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Server, Apache web server, OpenSSH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machine (192.168.56.30)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 Linux: Nmap, curl, ping, ssh client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VirtualBox host-only (fully isolated)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Wireshark, tcpdump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Types and Detection Methods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228600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known attack patterns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Accurate, few false positives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 new attacks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with baseline /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unknown activity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false positives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Stateful protocol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protocol behaviour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protocol misuse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heavy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the above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coverage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to maintain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project: a network-based IDS (NIDS) using a hybrid of signature and threshold detection.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Pipeline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234440" cy="1005840"/>
          </a:xfrm>
          <a:prstGeom prst="rect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1234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371600"/>
            <a:ext cx="1234440" cy="1005840"/>
          </a:xfrm>
          <a:prstGeom prst="rect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1371600"/>
            <a:ext cx="1234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&amp; Preprocess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1234440" cy="1005840"/>
          </a:xfrm>
          <a:prstGeom prst="rect">
            <a:avLst/>
          </a:prstGeom>
          <a:solidFill>
            <a:srgbClr val="7A1F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1371600"/>
            <a:ext cx="1234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1234440" cy="1005840"/>
          </a:xfrm>
          <a:prstGeom prst="rect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371600"/>
            <a:ext cx="1234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371600"/>
            <a:ext cx="1234440" cy="1005840"/>
          </a:xfrm>
          <a:prstGeom prst="rect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0" y="1371600"/>
            <a:ext cx="1234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1371600"/>
            <a:ext cx="1234440" cy="1005840"/>
          </a:xfrm>
          <a:prstGeom prst="rect">
            <a:avLst/>
          </a:prstGeom>
          <a:solidFill>
            <a:srgbClr val="1F2A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0" y="1371600"/>
            <a:ext cx="1234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Response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Capture: promiscuous mode, libpcap, baseline traffic first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Decode: Ethernet/IP/TCP/UDP/ICMP, reassemble streams, normalise HTTP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Detect: Snort rules plus Python threshold logic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Respond: analyst confirms true/false positive; block source or tune rule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Custom Rules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ICMP 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itype:8 (echo request)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brute force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to port 22, 5 in 60 s per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SYN scan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SYN, 20 in 5 s per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"union" then "select" in HTTP to port 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6576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 tcp any any -&gt; $HOME_NET 22 (msg:"Possible SSH Brute Force"; flags:S;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detection_filter:track by_src, count 5, seconds 60; sid:1000002; rev:1;)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Port Scan Detector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Sniff TCP packets with Scapy; keep SYN-only packets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(time, port) per source address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entries older than the 10 s window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when distinct ports reach 15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that source history to avoid duplicate alerts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2918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18872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 = 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= 15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seen = defaultdict(list)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inspect(pkt):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pkt[TCP].flags == "S":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seen[src].append((now, port))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prune old, count distinct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len(ports) &gt;= THRESHOLD: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print("[ALERT] port scan")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seen[src].clear()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Analysis and Tuning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30175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4023360" cy="7315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summary script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3749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regex reads the Snort alert file, extracts SID, message and source address, then counts alerts per rule and lists top source addresses.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301752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97280"/>
            <a:ext cx="4023360" cy="7315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workflow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691640"/>
            <a:ext cx="3749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rule message and SID, check source/destination, confirm packets in Wireshark, classify as true or false positive. True: block source. False: tune threshold.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Output: Snort Alerts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7955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06/15-11:20:42 [1:1000001:1] ICMP Ping Detected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{ICMP} 192.168.56.30 -&gt; 192.168.56.20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06/15-11:24:07 [1:1000003:1] Possible TCP SYN Scan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{TCP} 192.168.56.30:44321 -&gt; 192.168.56.20:80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06/16-10:02:51 [1:1000002:1] Possible SSH Brute Force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{TCP} 192.168.56.30:51876 -&gt; 192.168.56.20:22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06/17-14:15:09 [1:1000004:1] Possible SQL Injection Attempt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{TCP} 192.168.56.30:49722 -&gt; 192.168.56.20:80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Run: sudo snort -A console -q -c /etc/snort/snort.conf -i eth0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Output: Detector and 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21945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Monitoring eth0 window=10s threshold=15 ports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[ALERT] 11:34:09 Possible port scan from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192.168.56.30: 15 ports in 10s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[ALERT] 11:34:41 Possible port scan from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192.168.56.30: 16 ports in 10s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21945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18872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      ALERTS MESSAGE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1000001      6 ICMP Ping Detected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1000002      3 Possible SSH Brute Force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1000003      4 Possible TCP SYN Scan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1000004      2 Possible SQL Injection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source: 192.168.56.30 -&gt; 15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Snort and the Python detector flag the same scan using different approaches.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and Results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657600"/>
                <a:gridCol w="3200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Snort config test (-T)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ICMP Ping Detected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Nmap SYN scan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Scan + Python alert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SSH attempts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Brute Force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request with UNION SELECT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 Attempt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browsing + single SSH 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alert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summary 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 by rule/source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saw no traffic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 promiscuous mode in VirtualBox adapter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positives from first thresholds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thresholds and windows using normal traffic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syntax errors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snort -T to find and fix them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permission errors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 sensor and script with sudo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 traffic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rules cannot read it; tested over HTTP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scans evade thresholds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windows and log correlation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Learning Outcomes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ping sweeps, SYN scans, SSH brute force and SQL injection in the lab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signature + threshold design gave better coverage; tuning cut false positives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needs sensor placement, continuous tuning and prompt alert analysis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Snort setup, rules and tuning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analysis with Wireshark, tcpdump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Python/Scapy detection and log scripts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precision, recall, FP rate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Ethical, isolated security testing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5"/>
                </a:solidFill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6596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1965960" cy="7315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80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916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(NSL-KDD, CIC-IDS2017)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196596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097280"/>
            <a:ext cx="1965960" cy="7315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280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6916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integration (Elastic, Splunk)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196596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097280"/>
            <a:ext cx="1965960" cy="7315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280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6916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for live alerts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1097280"/>
            <a:ext cx="196596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1097280"/>
            <a:ext cx="1965960" cy="7315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12801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16916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response: temporary firewall block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196596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834640"/>
            <a:ext cx="1965960" cy="7315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34290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Host-based IDS (Wazuh) for hybrid system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0" y="2834640"/>
            <a:ext cx="196596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2834640"/>
            <a:ext cx="1965960" cy="7315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9748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2697480" y="34290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feeds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2834640"/>
            <a:ext cx="196596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834640"/>
            <a:ext cx="1965960" cy="7315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0060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4290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attacks: ARP spoofing, DNS tunnelling, SYN flood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66560" y="2834640"/>
            <a:ext cx="1965960" cy="1554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2834640"/>
            <a:ext cx="1965960" cy="7315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0372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903720" y="34290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metadata analysis for encrypted traffic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0" y="2651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5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Intrusion Detection System</dc:title>
  <dc:subject>PptxGenJS Presentation</dc:subject>
  <dc:creator>PptxGenJS</dc:creator>
  <cp:lastModifiedBy>PptxGenJS</cp:lastModifiedBy>
  <cp:revision>1</cp:revision>
  <dcterms:created xsi:type="dcterms:W3CDTF">2026-10-21T10:55:29Z</dcterms:created>
  <dcterms:modified xsi:type="dcterms:W3CDTF">2026-10-21T10:55:30Z</dcterms:modified>
</cp:coreProperties>
</file>